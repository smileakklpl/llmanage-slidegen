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41" r:id="rId2"/>
    <p:sldId id="342" r:id="rId3"/>
    <p:sldId id="343" r:id="rId4"/>
    <p:sldId id="345" r:id="rId5"/>
    <p:sldId id="344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90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市場流通卡數（萬張）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市場流通卡數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5865.5</c:v>
                </c:pt>
                <c:pt idx="1">
                  <c:v>5874.8</c:v>
                </c:pt>
                <c:pt idx="2">
                  <c:v>5899.4</c:v>
                </c:pt>
                <c:pt idx="3">
                  <c:v>5938.9</c:v>
                </c:pt>
                <c:pt idx="4">
                  <c:v>5979.6</c:v>
                </c:pt>
                <c:pt idx="5">
                  <c:v>5986.9</c:v>
                </c:pt>
                <c:pt idx="6">
                  <c:v>5994.7</c:v>
                </c:pt>
                <c:pt idx="7">
                  <c:v>6014.9</c:v>
                </c:pt>
                <c:pt idx="8">
                  <c:v>6035.4</c:v>
                </c:pt>
                <c:pt idx="9">
                  <c:v>6047.9</c:v>
                </c:pt>
                <c:pt idx="10">
                  <c:v>6042.5</c:v>
                </c:pt>
                <c:pt idx="11">
                  <c:v>6048.6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preserve="1">
  <p:cSld name="標題投影片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圖形 的圖片&#10;&#10;AI 產生的內容可能不正確。">
            <a:extLst>
              <a:ext uri="{FF2B5EF4-FFF2-40B4-BE49-F238E27FC236}">
                <a16:creationId xmlns:a16="http://schemas.microsoft.com/office/drawing/2014/main" id="{026A16C4-3BD0-72DB-C8B5-239F03494B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14" name="Google Shape;14;p7"/>
          <p:cNvSpPr txBox="1">
            <a:spLocks noGrp="1"/>
          </p:cNvSpPr>
          <p:nvPr>
            <p:ph type="title"/>
          </p:nvPr>
        </p:nvSpPr>
        <p:spPr>
          <a:xfrm>
            <a:off x="1114515" y="1278736"/>
            <a:ext cx="9962700" cy="7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3000"/>
              <a:buNone/>
              <a:defRPr sz="3000" i="0">
                <a:solidFill>
                  <a:srgbClr val="4F4F4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body" idx="1"/>
          </p:nvPr>
        </p:nvSpPr>
        <p:spPr>
          <a:xfrm>
            <a:off x="1114350" y="2394796"/>
            <a:ext cx="9963300" cy="30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E171B"/>
              </a:buClr>
              <a:buSzPts val="2400"/>
              <a:buChar char="●"/>
              <a:defRPr i="0">
                <a:solidFill>
                  <a:srgbClr val="4F4F4F"/>
                </a:solidFill>
              </a:defRPr>
            </a:lvl1pPr>
            <a:lvl2pPr marL="914400" marR="0" lvl="1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2000"/>
              <a:buChar char="●"/>
              <a:defRPr i="0">
                <a:solidFill>
                  <a:srgbClr val="4F4F4F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800"/>
              <a:buChar char="■"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800"/>
              <a:buNone/>
              <a:defRPr b="1"/>
            </a:lvl4pPr>
            <a:lvl5pPr marL="2286000" lvl="4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500"/>
              <a:buChar char="•"/>
              <a:defRPr sz="1500" b="1"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400"/>
              <a:buChar char="•"/>
              <a:defRPr sz="1400" b="1">
                <a:solidFill>
                  <a:srgbClr val="464444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200"/>
              <a:buChar char="•"/>
              <a:defRPr sz="1200" b="1">
                <a:solidFill>
                  <a:srgbClr val="464444"/>
                </a:solidFill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000"/>
              <a:buChar char="•"/>
              <a:defRPr sz="1000" b="1">
                <a:solidFill>
                  <a:srgbClr val="464444"/>
                </a:solidFill>
              </a:defRPr>
            </a:lvl8pPr>
            <a:lvl9pPr marL="4114800" lvl="8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800"/>
              <a:buChar char="•"/>
              <a:defRPr sz="800" b="1">
                <a:solidFill>
                  <a:srgbClr val="464444"/>
                </a:solidFill>
              </a:defRPr>
            </a:lvl9pPr>
          </a:lstStyle>
          <a:p>
            <a:endParaRPr/>
          </a:p>
        </p:txBody>
      </p:sp>
      <p:cxnSp>
        <p:nvCxnSpPr>
          <p:cNvPr id="16" name="Google Shape;16;p7"/>
          <p:cNvCxnSpPr/>
          <p:nvPr/>
        </p:nvCxnSpPr>
        <p:spPr>
          <a:xfrm>
            <a:off x="1114515" y="2056042"/>
            <a:ext cx="99627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" name="Google Shape;17;p7" title="金控_中_白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600" y="5618832"/>
            <a:ext cx="2830550" cy="10770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0488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標題投影片" preserve="1">
  <p:cSld name="2_標題投影片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圖形 的圖片&#10;&#10;AI 產生的內容可能不正確。">
            <a:extLst>
              <a:ext uri="{FF2B5EF4-FFF2-40B4-BE49-F238E27FC236}">
                <a16:creationId xmlns:a16="http://schemas.microsoft.com/office/drawing/2014/main" id="{E912A1DA-C32A-79BA-3D45-A52103A38D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pic>
        <p:nvPicPr>
          <p:cNvPr id="19" name="Google Shape;19;p8" title="金控_中_白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600" y="5618832"/>
            <a:ext cx="2830550" cy="107705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8"/>
          <p:cNvSpPr txBox="1">
            <a:spLocks noGrp="1"/>
          </p:cNvSpPr>
          <p:nvPr>
            <p:ph type="title"/>
          </p:nvPr>
        </p:nvSpPr>
        <p:spPr>
          <a:xfrm>
            <a:off x="1114531" y="1640061"/>
            <a:ext cx="9962700" cy="21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4400"/>
              <a:buNone/>
              <a:defRPr sz="4400" i="0">
                <a:solidFill>
                  <a:srgbClr val="4F4F4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4460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標題投影片" preserve="1">
  <p:cSld name="3_標題投影片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圖形, 設計 的圖片&#10;&#10;AI 產生的內容可能不正確。">
            <a:extLst>
              <a:ext uri="{FF2B5EF4-FFF2-40B4-BE49-F238E27FC236}">
                <a16:creationId xmlns:a16="http://schemas.microsoft.com/office/drawing/2014/main" id="{C649EEB2-B486-967D-A023-BE167D421E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pic>
        <p:nvPicPr>
          <p:cNvPr id="22" name="Google Shape;22;p9" title="金控_中_白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600" y="5618832"/>
            <a:ext cx="2830550" cy="1077051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9"/>
          <p:cNvSpPr txBox="1">
            <a:spLocks noGrp="1"/>
          </p:cNvSpPr>
          <p:nvPr>
            <p:ph type="title"/>
          </p:nvPr>
        </p:nvSpPr>
        <p:spPr>
          <a:xfrm>
            <a:off x="1114531" y="1640061"/>
            <a:ext cx="9962700" cy="21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4400"/>
              <a:buNone/>
              <a:defRPr sz="4400" i="0">
                <a:solidFill>
                  <a:srgbClr val="4F4F4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13661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標題及內容" preserve="1">
  <p:cSld name="1_標題及內容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368595" y="1247553"/>
            <a:ext cx="11242500" cy="48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C181D"/>
              </a:buClr>
              <a:buSzPts val="2400"/>
              <a:buFont typeface="Noto Sans Symbols"/>
              <a:buChar char="■"/>
              <a:defRPr sz="2400" b="1"/>
            </a:lvl1pPr>
            <a:lvl2pPr marL="914400" lvl="1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2000"/>
              <a:buFont typeface="Noto Sans Symbols"/>
              <a:buChar char="●"/>
              <a:defRPr sz="2000" b="1"/>
            </a:lvl2pPr>
            <a:lvl3pPr marL="1371600" lvl="2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1600"/>
              <a:buFont typeface="Noto Sans Symbols"/>
              <a:buChar char="●"/>
              <a:defRPr sz="1600" b="1"/>
            </a:lvl3pPr>
            <a:lvl4pPr marL="1828800" lvl="3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1200"/>
              <a:buFont typeface="Arial"/>
              <a:buChar char="•"/>
              <a:defRPr sz="1200" b="1"/>
            </a:lvl4pPr>
            <a:lvl5pPr marL="2286000" lvl="4" indent="-31432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1350"/>
              <a:buFont typeface="Noto Sans Symbols"/>
              <a:buChar char="●"/>
              <a:defRPr sz="1350" b="1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title"/>
          </p:nvPr>
        </p:nvSpPr>
        <p:spPr>
          <a:xfrm>
            <a:off x="349956" y="259072"/>
            <a:ext cx="11261019" cy="759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44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sldNum" idx="12"/>
          </p:nvPr>
        </p:nvSpPr>
        <p:spPr>
          <a:xfrm flipH="1">
            <a:off x="11397425" y="6394525"/>
            <a:ext cx="6513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8" name="Google Shape;28;p10"/>
          <p:cNvSpPr txBox="1"/>
          <p:nvPr/>
        </p:nvSpPr>
        <p:spPr>
          <a:xfrm>
            <a:off x="-2146501" y="-1235899"/>
            <a:ext cx="11261019" cy="759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444"/>
              </a:buClr>
              <a:buSzPts val="3000"/>
              <a:buFont typeface="Noto Sans"/>
              <a:buNone/>
            </a:pPr>
            <a:endParaRPr sz="3000" b="1" i="0" u="none" strike="noStrike" cap="none">
              <a:solidFill>
                <a:srgbClr val="464444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29" name="Google Shape;29;p10" title="標語_中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11550" y="6534225"/>
            <a:ext cx="1071550" cy="12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10" title="金控_中_彩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248175"/>
            <a:ext cx="1602775" cy="609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" name="Google Shape;31;p10"/>
          <p:cNvCxnSpPr/>
          <p:nvPr/>
        </p:nvCxnSpPr>
        <p:spPr>
          <a:xfrm>
            <a:off x="1597301" y="6445831"/>
            <a:ext cx="8341800" cy="0"/>
          </a:xfrm>
          <a:prstGeom prst="straightConnector1">
            <a:avLst/>
          </a:prstGeom>
          <a:noFill/>
          <a:ln w="19050" cap="flat" cmpd="sng">
            <a:solidFill>
              <a:srgbClr val="D70C1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" name="Google Shape;32;p10"/>
          <p:cNvCxnSpPr/>
          <p:nvPr/>
        </p:nvCxnSpPr>
        <p:spPr>
          <a:xfrm rot="10800000">
            <a:off x="9939225" y="6445838"/>
            <a:ext cx="1446600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519643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章節標題" preserve="1">
  <p:cSld name="2_章節標題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設計 的圖片&#10;&#10;AI 產生的內容可能不正確。">
            <a:extLst>
              <a:ext uri="{FF2B5EF4-FFF2-40B4-BE49-F238E27FC236}">
                <a16:creationId xmlns:a16="http://schemas.microsoft.com/office/drawing/2014/main" id="{3B5AF3D8-B199-5417-755A-9D51D04F6E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831851" y="4128475"/>
            <a:ext cx="10515600" cy="16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444"/>
              </a:buClr>
              <a:buSzPts val="4800"/>
              <a:buNone/>
              <a:defRPr sz="4800" i="0">
                <a:solidFill>
                  <a:srgbClr val="46444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pic>
        <p:nvPicPr>
          <p:cNvPr id="35" name="Google Shape;35;p11" title="金控_中_白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8100" y="688548"/>
            <a:ext cx="5575550" cy="21215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74860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D00B95-F112-B8B7-381C-1E417E4AB9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7BE2AAC-90E4-D32C-C2EC-A159487F55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8B5046B-CF36-90D5-96AF-C53DBA745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F5755-7018-4945-A46B-2B4DE79FC767}" type="datetimeFigureOut">
              <a:rPr kumimoji="1" lang="zh-TW" altLang="en-US" smtClean="0"/>
              <a:t>2026/5/26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C4874EB-7423-DBD2-1C7B-424E851D8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530B08D-6B26-34AE-92D0-8D2AB1E7F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7DD83-9373-1C49-B3EB-CD40710A3CC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626679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body" idx="1"/>
          </p:nvPr>
        </p:nvSpPr>
        <p:spPr>
          <a:xfrm>
            <a:off x="519290" y="1176425"/>
            <a:ext cx="11091600" cy="50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F0000"/>
              </a:buClr>
              <a:buSzPts val="2400"/>
              <a:buFont typeface="Microsoft JhengHei"/>
              <a:buChar char="■"/>
              <a:defRPr sz="24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F0000"/>
              </a:buClr>
              <a:buSzPts val="2000"/>
              <a:buFont typeface="Microsoft JhengHei"/>
              <a:buChar char="■"/>
              <a:defRPr sz="20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F0000"/>
              </a:buClr>
              <a:buSzPts val="1600"/>
              <a:buFont typeface="Microsoft JhengHei"/>
              <a:buChar char="■"/>
              <a:defRPr sz="16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64444"/>
              </a:buClr>
              <a:buSzPts val="1600"/>
              <a:buFont typeface="Microsoft JhengHei"/>
              <a:buNone/>
              <a:defRPr sz="16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64444"/>
              </a:buClr>
              <a:buSzPts val="2400"/>
              <a:buFont typeface="Microsoft JhengHei"/>
              <a:buChar char="•"/>
              <a:defRPr sz="24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•"/>
              <a:defRPr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•"/>
              <a:defRPr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•"/>
              <a:defRPr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•"/>
              <a:defRPr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title"/>
          </p:nvPr>
        </p:nvSpPr>
        <p:spPr>
          <a:xfrm>
            <a:off x="519290" y="259072"/>
            <a:ext cx="11091685" cy="759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444"/>
              </a:buClr>
              <a:buSzPts val="3000"/>
              <a:buFont typeface="Microsoft JhengHei"/>
              <a:buNone/>
              <a:defRPr sz="30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sldNum" idx="12"/>
          </p:nvPr>
        </p:nvSpPr>
        <p:spPr>
          <a:xfrm flipH="1">
            <a:off x="11397425" y="6394525"/>
            <a:ext cx="6513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558018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06FCBD-1057-479C-BDC5-C41CA873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6763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2D3E9F5-02D2-41F3-84FF-82A1BCDAF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55B66663-BE9B-44D5-A656-9441D95D3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BD31BC7-68DD-4189-BDED-499D67BF63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2000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1BD81-7560-4C47-80B7-96EF5E10A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7312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EC5F3D8B-EA27-47CE-B952-E01B8E029C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E038A42C-4719-41C3-8388-51109A624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A794952-0213-4759-BC53-6FFF54ECC9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4</a:t>
            </a:fld>
            <a:endParaRPr lang="zh-TW" altLang="en-US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16002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  <p:extLst>
      <p:ext uri="{BB962C8B-B14F-4D97-AF65-F5344CB8AC3E}">
        <p14:creationId xmlns:p14="http://schemas.microsoft.com/office/powerpoint/2010/main" val="2698874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8A9CEC-9C9C-4670-BE8D-52015FC6C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970887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 佈景主題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</Words>
  <Application>Microsoft Office PowerPoint</Application>
  <PresentationFormat>寬螢幕</PresentationFormat>
  <Paragraphs>2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0" baseType="lpstr">
      <vt:lpstr>Noto Sans Symbols</vt:lpstr>
      <vt:lpstr>Microsoft JhengHei</vt:lpstr>
      <vt:lpstr>Arial</vt:lpstr>
      <vt:lpstr>Noto Sans</vt:lpstr>
      <vt:lpstr>1_Office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蕭宇喬</dc:creator>
  <cp:lastModifiedBy>蕭宇喬</cp:lastModifiedBy>
  <cp:revision>2</cp:revision>
  <dcterms:created xsi:type="dcterms:W3CDTF">2026-05-26T08:53:52Z</dcterms:created>
  <dcterms:modified xsi:type="dcterms:W3CDTF">2026-05-26T08:55:08Z</dcterms:modified>
</cp:coreProperties>
</file>